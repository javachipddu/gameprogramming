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73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51600" y="8229600"/>
            <a:ext cx="525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solidFill>
                  <a:srgbClr val="3B3D3E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2021963020 </a:t>
            </a:r>
            <a:r>
              <a:rPr lang="ko-KR" altLang="en-US" sz="2800" dirty="0" smtClean="0">
                <a:solidFill>
                  <a:srgbClr val="3B3D3E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김재홍</a:t>
            </a:r>
            <a:endParaRPr lang="ko-KR" altLang="en-US" sz="2800" dirty="0">
              <a:solidFill>
                <a:srgbClr val="3B3D3E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</Words>
  <Application>Microsoft Office PowerPoint</Application>
  <PresentationFormat>사용자 지정</PresentationFormat>
  <Paragraphs>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HY견고딕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user</cp:lastModifiedBy>
  <cp:revision>3</cp:revision>
  <dcterms:created xsi:type="dcterms:W3CDTF">2006-08-16T00:00:00Z</dcterms:created>
  <dcterms:modified xsi:type="dcterms:W3CDTF">2026-09-17T13:43:50Z</dcterms:modified>
</cp:coreProperties>
</file>